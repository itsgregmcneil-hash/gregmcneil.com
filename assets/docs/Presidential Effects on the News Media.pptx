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C23CFDE-473D-45A1-9587-334FB99167D1}">
  <a:tblStyle styleId="{0C23CFDE-473D-45A1-9587-334FB99167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3d7933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3d7933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3d7933b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a3d7933b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3d7933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3d7933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3d7933b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a3d7933b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49047e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49047e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3d7933b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a3d7933b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49047e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49047e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41da7c9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a41da7c9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41da7c9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41da7c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a41da7c9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a41da7c9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a41da7c9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a41da7c9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a41da7c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a41da7c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41da7c9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a41da7c9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2101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Presidential</a:t>
            </a:r>
            <a:r>
              <a:rPr lang="en"/>
              <a:t> Effects on the News Media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Greg McNeil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President constantly Tweets about the news media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Fake News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Crooked Media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 Ratings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Does it have the impact he thinks it has?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Actually damages the financials of media companies?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Damaging of people’s perception of the media?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4425" y="15675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Understanding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18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Media companies make money typically though advertisement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Lower ratings = less money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Less </a:t>
            </a:r>
            <a:r>
              <a:rPr lang="en"/>
              <a:t>credible</a:t>
            </a:r>
            <a:r>
              <a:rPr lang="en"/>
              <a:t> media = less people watching = less money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Ratings are based on the amount of people who watch the program, not actually what they think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2083500" y="2355982"/>
            <a:ext cx="3499500" cy="131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12426" l="8391" r="0" t="0"/>
          <a:stretch/>
        </p:blipFill>
        <p:spPr>
          <a:xfrm>
            <a:off x="2197450" y="2430437"/>
            <a:ext cx="1269550" cy="116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300" y="2430425"/>
            <a:ext cx="967895" cy="116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0225" y="2527225"/>
            <a:ext cx="1005375" cy="100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1825" y="2460075"/>
            <a:ext cx="1102175" cy="11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Pulled all of President Trump’s Tweets (@realdonaldtrump) from twitter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Total of over 30,000 tweets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Includes Favorites and Retweets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Preliminary analysis completed in Excel. The results were this table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President Trump gets 10x as many favorites when he tweets about fake news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What is that doing to the financials and reputation of the Media?</a:t>
            </a:r>
            <a:endParaRPr/>
          </a:p>
        </p:txBody>
      </p:sp>
      <p:graphicFrame>
        <p:nvGraphicFramePr>
          <p:cNvPr id="160" name="Google Shape;160;p16"/>
          <p:cNvGraphicFramePr/>
          <p:nvPr/>
        </p:nvGraphicFramePr>
        <p:xfrm>
          <a:off x="1676400" y="271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{0C23CFDE-473D-45A1-9587-334FB99167D1}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Average RT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Average Fave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Average Fake News RT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Average Fake News Fave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2748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9026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22,170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92,567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346325" y="16163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Removed all tweets from before </a:t>
            </a:r>
            <a:r>
              <a:rPr lang="en"/>
              <a:t>presidential</a:t>
            </a:r>
            <a:r>
              <a:rPr lang="en"/>
              <a:t> run </a:t>
            </a:r>
            <a:r>
              <a:rPr lang="en"/>
              <a:t>began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Kept any tweets after June 6th 2015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Removed any missing tweets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Removed “tw</a:t>
            </a:r>
            <a:r>
              <a:rPr lang="en"/>
              <a:t>eeted from Android or iPhone” Section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Updated stopwords list to include irrelevent phrases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Obama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Realdonaldtrump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Trump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Donald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Etc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Wordij to remove stopwords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Generated .net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Gephi for Modeling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Preparation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Pulled the stock price of Time Warner and compared it to the number of CNN related tweets Trump put out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Assigned each day of the year a value based on how many anti CNN tweets were posted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Compared that to stock value of Time Warner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Correlation between Trumps Anti CNN tweets and Time Warner’s stock price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Inversely</a:t>
            </a:r>
            <a:r>
              <a:rPr lang="en"/>
              <a:t> Correlated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On average, when Trump creates a CNN tweet, Time Warner’s stock increases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24941" r="0" t="7544"/>
          <a:stretch/>
        </p:blipFill>
        <p:spPr>
          <a:xfrm>
            <a:off x="3287300" y="3105300"/>
            <a:ext cx="2569400" cy="20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00" y="1414475"/>
            <a:ext cx="2714268" cy="27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16627" r="15424" t="28673"/>
          <a:stretch/>
        </p:blipFill>
        <p:spPr>
          <a:xfrm>
            <a:off x="3164912" y="1662600"/>
            <a:ext cx="2409001" cy="22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5">
            <a:alphaModFix/>
          </a:blip>
          <a:srcRect b="18614" l="23025" r="42909" t="27587"/>
          <a:stretch/>
        </p:blipFill>
        <p:spPr>
          <a:xfrm>
            <a:off x="5894337" y="1414475"/>
            <a:ext cx="3115024" cy="27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475" y="4340964"/>
            <a:ext cx="1213725" cy="58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0087" y="4340950"/>
            <a:ext cx="763538" cy="72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18725" y="4181563"/>
            <a:ext cx="901350" cy="90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Modularity: 0.231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Average Clustering Coefficient: 0.266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Average Degree: 8.824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Nodes: 85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Edges: 750</a:t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849" y="1307850"/>
            <a:ext cx="3194550" cy="27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Top Three news </a:t>
            </a:r>
            <a:r>
              <a:rPr lang="en"/>
              <a:t>organizations</a:t>
            </a:r>
            <a:r>
              <a:rPr lang="en"/>
              <a:t> were ABC, CNN, and Fox News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Fox News was exclusively </a:t>
            </a:r>
            <a:r>
              <a:rPr lang="en"/>
              <a:t>correlated</a:t>
            </a:r>
            <a:r>
              <a:rPr lang="en"/>
              <a:t> to positive words and phrases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ABC was neutrally </a:t>
            </a:r>
            <a:r>
              <a:rPr lang="en"/>
              <a:t>correlated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CNN was exclusively correlated to negative words and phrases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952500" y="258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{0C23CFDE-473D-45A1-9587-334FB99167D1}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CNN Correlated Words/Phrases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ABC Correlated Words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Fox News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Fake News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Interviewed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Nice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Bad Ratings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Big Night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High Ratings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Failing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Poll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Best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Wow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Better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1297500" y="15253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way to evaluate a news network is through their financials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CNN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Trending </a:t>
            </a:r>
            <a:r>
              <a:rPr lang="en"/>
              <a:t>upward</a:t>
            </a:r>
            <a:r>
              <a:rPr lang="en"/>
              <a:t> since T</a:t>
            </a:r>
            <a:r>
              <a:rPr lang="en"/>
              <a:t>rump's</a:t>
            </a:r>
            <a:r>
              <a:rPr lang="en"/>
              <a:t> election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Trending average since Trump’s election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25" y="3006424"/>
            <a:ext cx="3720723" cy="149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825" y="3003200"/>
            <a:ext cx="3705767" cy="14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362075" y="4588825"/>
            <a:ext cx="38238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CNN (T</a:t>
            </a:r>
            <a:r>
              <a:rPr lang="en"/>
              <a:t>ime Warner)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4716813" y="4588825"/>
            <a:ext cx="3823800" cy="3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FOX (Twenty First </a:t>
            </a:r>
            <a:r>
              <a:rPr lang="en"/>
              <a:t>Century</a:t>
            </a:r>
            <a:r>
              <a:rPr lang="en"/>
              <a:t> Fox)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way of determining success of a new </a:t>
            </a:r>
            <a:r>
              <a:rPr lang="en"/>
              <a:t>organization</a:t>
            </a:r>
            <a:r>
              <a:rPr lang="en"/>
              <a:t> is how trusted they 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Pew poll on how users trust news sources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CNN and Fox have po</a:t>
            </a:r>
            <a:r>
              <a:rPr lang="en"/>
              <a:t>or ratings (high ratings are BBC and NPR)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Split among partisan lines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8958" y="2167100"/>
            <a:ext cx="4606074" cy="17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221" name="Google Shape;22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general, regardless of news network, Americans do not trust the media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being </a:t>
            </a:r>
            <a:r>
              <a:rPr lang="en"/>
              <a:t>perpetuated</a:t>
            </a:r>
            <a:r>
              <a:rPr lang="en"/>
              <a:t> by president Trump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Drop of 8 points, in the past year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100" y="2387096"/>
            <a:ext cx="4035799" cy="23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Deployment</a:t>
            </a:r>
            <a:endParaRPr/>
          </a:p>
        </p:txBody>
      </p:sp>
      <p:sp>
        <p:nvSpPr>
          <p:cNvPr id="228" name="Google Shape;228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President is not negatively effecting news media in the way he wants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News actually doing better than ever </a:t>
            </a:r>
            <a:r>
              <a:rPr lang="en"/>
              <a:t>financially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Concerning data is people watch the news but do not believe it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 reason for news </a:t>
            </a:r>
            <a:r>
              <a:rPr lang="en"/>
              <a:t>organizations</a:t>
            </a:r>
            <a:r>
              <a:rPr lang="en"/>
              <a:t> to fight back because the president still brings viewers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00" y="2758550"/>
            <a:ext cx="1714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1899" y="2758540"/>
            <a:ext cx="1714500" cy="22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36" name="Google Shape;236;p2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